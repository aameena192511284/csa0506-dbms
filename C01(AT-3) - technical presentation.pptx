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721" y="1262716"/>
            <a:ext cx="8679250" cy="391914"/>
          </a:xfrm>
        </p:spPr>
        <p:txBody>
          <a:bodyPr>
            <a:noAutofit/>
          </a:bodyPr>
          <a:lstStyle/>
          <a:p>
            <a:r>
              <a:rPr sz="4800" b="1" dirty="0"/>
              <a:t>Library</a:t>
            </a:r>
            <a:r>
              <a:rPr lang="en-IN" sz="4800" b="1" dirty="0"/>
              <a:t> management </a:t>
            </a:r>
            <a:r>
              <a:rPr sz="4800" b="1" dirty="0"/>
              <a:t>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835" y="2076717"/>
            <a:ext cx="8802330" cy="1182996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Subject: Database Management System (CSA0506)</a:t>
            </a:r>
          </a:p>
          <a:p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A Technical presentation by</a:t>
            </a:r>
          </a:p>
          <a:p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Aameena. I </a:t>
            </a:r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(192511284)</a:t>
            </a:r>
            <a:endParaRPr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6D30E-DCBE-93CE-24FA-289800E87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396"/>
            <a:ext cx="9144000" cy="1380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7B826-093B-C6E8-CEAB-BBC69B725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045" y="3271684"/>
            <a:ext cx="4831032" cy="3419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3E2650-7511-8D45-CA29-6B63DE46A252}"/>
              </a:ext>
            </a:extLst>
          </p:cNvPr>
          <p:cNvSpPr txBox="1"/>
          <p:nvPr/>
        </p:nvSpPr>
        <p:spPr>
          <a:xfrm>
            <a:off x="6912078" y="5355149"/>
            <a:ext cx="1848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</a:rPr>
              <a:t>Under the guidance of,</a:t>
            </a:r>
          </a:p>
          <a:p>
            <a:endParaRPr lang="en-US" sz="2000" b="1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</a:rPr>
              <a:t>Dr. Hemavathi</a:t>
            </a:r>
            <a:endParaRPr lang="en-IN" sz="20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166483"/>
            <a:ext cx="8229600" cy="1143000"/>
          </a:xfrm>
        </p:spPr>
        <p:txBody>
          <a:bodyPr>
            <a:normAutofit/>
          </a:bodyPr>
          <a:lstStyle/>
          <a:p>
            <a:r>
              <a:rPr lang="en-US" sz="6000" b="1" dirty="0"/>
              <a:t>INTRODUCTION</a:t>
            </a:r>
            <a:endParaRPr sz="6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82388" y="1990540"/>
            <a:ext cx="83672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  <a:defRPr sz="2000"/>
            </a:pPr>
            <a:r>
              <a:rPr lang="en-IN" sz="3200" dirty="0"/>
              <a:t>An </a:t>
            </a:r>
            <a:r>
              <a:rPr lang="en-IN" sz="3200" b="1" dirty="0"/>
              <a:t>Entity Relationship (ER) Diagram</a:t>
            </a:r>
            <a:r>
              <a:rPr lang="en-IN" sz="3200" dirty="0"/>
              <a:t> is a graphical representation of a database. </a:t>
            </a:r>
          </a:p>
          <a:p>
            <a:pPr marL="457200" indent="-457200" algn="just">
              <a:buFont typeface="Wingdings" panose="05000000000000000000" pitchFamily="2" charset="2"/>
              <a:buChar char="v"/>
              <a:defRPr sz="2000"/>
            </a:pPr>
            <a:r>
              <a:rPr lang="en-IN" sz="3200" dirty="0"/>
              <a:t>It shows </a:t>
            </a:r>
            <a:r>
              <a:rPr lang="en-IN" sz="3200" b="1" dirty="0"/>
              <a:t>entities</a:t>
            </a:r>
            <a:r>
              <a:rPr lang="en-IN" sz="3200" dirty="0"/>
              <a:t>, their </a:t>
            </a:r>
            <a:r>
              <a:rPr lang="en-IN" sz="3200" b="1" dirty="0"/>
              <a:t>attributes</a:t>
            </a:r>
            <a:r>
              <a:rPr lang="en-IN" sz="3200" dirty="0"/>
              <a:t>, and the </a:t>
            </a:r>
            <a:r>
              <a:rPr lang="en-IN" sz="3200" b="1" dirty="0"/>
              <a:t>relationships</a:t>
            </a:r>
            <a:r>
              <a:rPr lang="en-IN" sz="3200" dirty="0"/>
              <a:t> between them. </a:t>
            </a:r>
          </a:p>
          <a:p>
            <a:pPr marL="457200" indent="-457200" algn="just">
              <a:buFont typeface="Wingdings" panose="05000000000000000000" pitchFamily="2" charset="2"/>
              <a:buChar char="v"/>
              <a:defRPr sz="2000"/>
            </a:pPr>
            <a:r>
              <a:rPr lang="en-IN" sz="3200" dirty="0"/>
              <a:t>In an </a:t>
            </a:r>
            <a:r>
              <a:rPr lang="en-IN" sz="3200" b="1" dirty="0"/>
              <a:t> Library management System</a:t>
            </a:r>
            <a:r>
              <a:rPr lang="en-IN" sz="3200" dirty="0"/>
              <a:t>, the ER diagram helps organize information about </a:t>
            </a:r>
            <a:r>
              <a:rPr lang="en-IN" sz="3200" b="1" dirty="0"/>
              <a:t>books, members, librarians, and borrowing records</a:t>
            </a:r>
            <a:r>
              <a:rPr lang="en-IN" sz="3200" dirty="0"/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v"/>
              <a:defRPr sz="2000"/>
            </a:pPr>
            <a:r>
              <a:rPr lang="en-IN" sz="3200" dirty="0"/>
              <a:t>It provides a clear blueprint for designing an efficient and well-structured database.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52EC22-0F72-CC32-DB6F-DE800FFB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16" y="0"/>
            <a:ext cx="6369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r>
              <a:rPr lang="en-IN" sz="6000" b="1" dirty="0"/>
              <a:t>Entities</a:t>
            </a:r>
            <a:endParaRPr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endParaRPr lang="en-IN" sz="32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Member</a:t>
            </a:r>
            <a:r>
              <a:rPr lang="en-IN" sz="3200" dirty="0"/>
              <a:t> – Stores member details.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Book</a:t>
            </a:r>
            <a:r>
              <a:rPr lang="en-IN" sz="3200" dirty="0"/>
              <a:t> – Stores book information.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Loan</a:t>
            </a:r>
            <a:r>
              <a:rPr lang="en-IN" sz="3200" dirty="0"/>
              <a:t> – Stores book issue and return records.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Author</a:t>
            </a:r>
            <a:r>
              <a:rPr lang="en-IN" sz="3200" dirty="0"/>
              <a:t> – Stores author information.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Category</a:t>
            </a:r>
            <a:r>
              <a:rPr lang="en-IN" sz="3200" dirty="0"/>
              <a:t> – Stores book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Relationships</a:t>
            </a:r>
            <a:endParaRPr sz="6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87391" y="1809135"/>
            <a:ext cx="84026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Member BORROWS Loan</a:t>
            </a:r>
            <a:r>
              <a:rPr lang="en-IN" sz="3200" dirty="0"/>
              <a:t> </a:t>
            </a:r>
            <a:r>
              <a:rPr lang="en-IN" sz="3200" i="1" dirty="0"/>
              <a:t>(1 : N)</a:t>
            </a:r>
            <a:r>
              <a:rPr lang="en-IN" sz="3200" dirty="0"/>
              <a:t> One member can have multiple loan records.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Loan contains Book</a:t>
            </a:r>
            <a:r>
              <a:rPr lang="en-IN" sz="3200" dirty="0"/>
              <a:t> </a:t>
            </a:r>
            <a:r>
              <a:rPr lang="en-IN" sz="3200" i="1" dirty="0"/>
              <a:t>(N : 1)</a:t>
            </a:r>
            <a:r>
              <a:rPr lang="en-IN" sz="3200" dirty="0"/>
              <a:t> Each loan is for one book.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Book WRITTEN_BY Author</a:t>
            </a:r>
            <a:r>
              <a:rPr lang="en-IN" sz="3200" dirty="0"/>
              <a:t> </a:t>
            </a:r>
            <a:r>
              <a:rPr lang="en-IN" sz="3200" i="1" dirty="0"/>
              <a:t>(N : 1)</a:t>
            </a:r>
            <a:r>
              <a:rPr lang="en-IN" sz="3200" dirty="0"/>
              <a:t> One author can write many books.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/>
              <a:t>Book BELONGS_TO Category</a:t>
            </a:r>
            <a:r>
              <a:rPr lang="en-IN" sz="3200" dirty="0"/>
              <a:t> </a:t>
            </a:r>
            <a:r>
              <a:rPr lang="en-IN" sz="3200" i="1" dirty="0"/>
              <a:t>(N : 1)</a:t>
            </a:r>
            <a:r>
              <a:rPr lang="en-IN" sz="3200" dirty="0"/>
              <a:t> One category contains many 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6000" b="1" dirty="0"/>
              <a:t>NOTE</a:t>
            </a:r>
            <a:endParaRPr sz="6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954653"/>
            <a:ext cx="8143448" cy="35394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r>
              <a:rPr sz="3200" dirty="0"/>
              <a:t>Entities: Objects stored in DB.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endParaRPr sz="3200" dirty="0"/>
          </a:p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r>
              <a:rPr sz="3200" dirty="0"/>
              <a:t>Attributes: Properties of entities.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endParaRPr sz="3200" dirty="0"/>
          </a:p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r>
              <a:rPr sz="3200" dirty="0"/>
              <a:t>Relationships: Connections between entities.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endParaRPr sz="3200" dirty="0"/>
          </a:p>
          <a:p>
            <a:pPr marL="457200" indent="-457200">
              <a:buFont typeface="Wingdings" panose="05000000000000000000" pitchFamily="2" charset="2"/>
              <a:buChar char="v"/>
              <a:defRPr sz="2000"/>
            </a:pPr>
            <a:r>
              <a:rPr lang="en-IN" sz="3200" dirty="0"/>
              <a:t>Primary </a:t>
            </a:r>
            <a:r>
              <a:rPr sz="3200" dirty="0"/>
              <a:t>keys uniquely identify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2844" y="2509192"/>
            <a:ext cx="413831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sz="7200" b="1" i="1" dirty="0"/>
              <a:t>Thank You</a:t>
            </a:r>
          </a:p>
        </p:txBody>
      </p:sp>
      <p:sp>
        <p:nvSpPr>
          <p:cNvPr id="5" name="Ribbon: Tilted Up 4">
            <a:extLst>
              <a:ext uri="{FF2B5EF4-FFF2-40B4-BE49-F238E27FC236}">
                <a16:creationId xmlns:a16="http://schemas.microsoft.com/office/drawing/2014/main" id="{64C35D33-9157-1F2E-F40B-E4AD1844FDBC}"/>
              </a:ext>
            </a:extLst>
          </p:cNvPr>
          <p:cNvSpPr/>
          <p:nvPr/>
        </p:nvSpPr>
        <p:spPr>
          <a:xfrm>
            <a:off x="383458" y="1986116"/>
            <a:ext cx="8377084" cy="2330245"/>
          </a:xfrm>
          <a:prstGeom prst="ribbon2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221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Library management System</vt:lpstr>
      <vt:lpstr>INTRODUCTION</vt:lpstr>
      <vt:lpstr>PowerPoint Presentation</vt:lpstr>
      <vt:lpstr>Entities</vt:lpstr>
      <vt:lpstr>Relationships</vt:lpstr>
      <vt:lpstr>NOTE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Sindhiya R</cp:lastModifiedBy>
  <cp:revision>5</cp:revision>
  <dcterms:created xsi:type="dcterms:W3CDTF">2013-01-27T09:14:16Z</dcterms:created>
  <dcterms:modified xsi:type="dcterms:W3CDTF">2026-07-21T05:22:53Z</dcterms:modified>
  <cp:category/>
</cp:coreProperties>
</file>